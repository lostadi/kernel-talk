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5" r:id="rId16"/>
    <p:sldId id="266" r:id="rId17"/>
    <p:sldId id="258" r:id="rId9"/>
    <p:sldId id="267" r:id="rId18"/>
    <p:sldId id="260" r:id="rId11"/>
    <p:sldId id="261" r:id="rId12"/>
    <p:sldId id="262" r:id="rId13"/>
    <p:sldId id="264" r:id="rId15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0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6.xml"/><Relationship Id="rId19" Type="http://schemas.openxmlformats.org/officeDocument/2006/relationships/slide" Target="slides/slide11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</a:rPr>
              <a:t>kernel-talk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E8B86D"/>
                </a:solidFill>
              </a:rPr>
              <a:t>A Digital Twin for the Linux Kernel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8686800" cy="1234440"/>
          </a:xfrm>
          <a:prstGeom prst="rect">
            <a:avLst/>
          </a:prstGeom>
          <a:solidFill>
            <a:srgbClr val="223852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</a:rPr>
              <a:t>"Vector search tells you what code looks like what you asked about.
Graph traversal tells you what it depends on.
drgn tells you what is actually happening right now."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99AA"/>
                </a:solidFill>
              </a:rPr>
              <a:t>Lee Ostadi  ·  Graduate Researcher, ML &amp; Neural Networks  ·  April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CCDD"/>
                </a:solidFill>
              </a:rPr>
              <a:t>Why is kernel development so hard to reason about?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7101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40M+ lines of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71016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The Linux kernel hit 40 million lines of code in 2025; no IDE fully understands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21992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585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Four representations of the same artefact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58568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Source (C AST)  •  Binary (DWARF)  •  Live symbols (/proc/kallsyms)  •  Live memory (drgn)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9544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Existing tools answer only one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46120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grep/cscope = source only.  addr2line = binary only.  crash/gdb = runtime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97096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The real question spans all four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233672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"Why is this struct field corrupted at runtime, and which commit introduced it?"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84648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212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kernel-talk's answer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221224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Fuse all four layers in a unified Graph-RAG pipeline with a domain-adapted bi-encoder.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BCCDD"/>
                </a:solidFill>
              </a:rPr>
              <a:t>What kernel-talk is designed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7101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RQ1  Unified 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71016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Can one graph fuse source (C AST), binary (DWARF), live symbols, and live memory into a single queryable structure?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21992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585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RQ2  Domain adaptation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58568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Does fine-tuning on kernel-specific synthetic triplets measurably improve retrieval Recall@10 over a general-purpose encoder?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9544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RQ3  Dataset 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46120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No kernel code retrieval benchmark exists. Can git history + tree-sitter auto-generate a high-quality training set?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97096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RQ4  Offline 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233672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Can a Graph-RAG pipeline answer runtime debugging questions without halting or attaching to the running kernel?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999999" y="5184648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999999" y="52212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kernel-talk's answer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999999" y="5221224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Fuse all four layers in a unified Graph-RAG pipeline with a domain-adapted bi-encoder.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BCCDD"/>
                </a:solidFill>
              </a:rPr>
              <a:t>No prior work unifies all four kernel layers -- we extend adjacent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7101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Dense retrieval (DPR, ColBERT)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71016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Dual-encoder retrieval on text; we adapt the architecture to kernel C code with domain-specific triplets and InfoNCE loss.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21992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585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Code models (CodeBERT, StarCoder)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58568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Pre-trained on GitHub; strong general baseline but not fine-tuned on kernel semantics or multi-layer graph representations.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9544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Graph-RAG (Microsoft 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46120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RAG augmented with knowledge graphs for general NLP; we extend to a typed AST graph with cross-layer source/binary/live edges.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97096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Kernel tools (crash, drgn, gdb)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233672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Runtime-only tools; no retrieval, no synthesis, no source understanding. Require root access and kernel halt or live attachment.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84648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212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221224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No prior system fuses all four kernel representations in a retrieval-augmented pipeline with a domain-adapted encoder.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CCDD"/>
                </a:solidFill>
              </a:rPr>
              <a:t>Five-layer Digital Twin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64592" cy="749808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338560" cy="749808"/>
          </a:xfrm>
          <a:prstGeom prst="rect">
            <a:avLst/>
          </a:prstGeom>
          <a:solidFill>
            <a:srgbClr val="F8F8F8"/>
          </a:solidFill>
          <a:ln w="15240">
            <a:solidFill>
              <a:srgbClr val="1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2529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6B3C"/>
                </a:solidFill>
              </a:rPr>
              <a:t>Layer 1 — Source Code (C AST)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9105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KernelParser (tree-sitter)  →  CodeNode  →  KernelGraph + ChromaDB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31136"/>
            <a:ext cx="164592" cy="749808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31136"/>
            <a:ext cx="11338560" cy="749808"/>
          </a:xfrm>
          <a:prstGeom prst="rect">
            <a:avLst/>
          </a:prstGeom>
          <a:solidFill>
            <a:srgbClr val="F8F8F8"/>
          </a:solidFill>
          <a:ln w="1524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677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5FA6"/>
                </a:solidFill>
              </a:rPr>
              <a:t>Layer 2 — Compiled Binary (DWARF)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33472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DwarfBridge (pyelftools)  →  BinarySymbol, StructLayout, addr2line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73552"/>
            <a:ext cx="164592" cy="749808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73552"/>
            <a:ext cx="11338560" cy="749808"/>
          </a:xfrm>
          <a:prstGeom prst="rect">
            <a:avLst/>
          </a:prstGeom>
          <a:solidFill>
            <a:srgbClr val="F8F8F8"/>
          </a:solidFill>
          <a:ln w="15240">
            <a:solidFill>
              <a:srgbClr val="7B2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1012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B2D8B"/>
                </a:solidFill>
              </a:rPr>
              <a:t>Layer 3 — Live Symbol Table (/proc/kallsyms)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7588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KallsymsBridge  →  KASLR slide computation  →  live_addr per function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315968"/>
            <a:ext cx="164592" cy="7498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315968"/>
            <a:ext cx="11338560" cy="749808"/>
          </a:xfrm>
          <a:prstGeom prst="rect">
            <a:avLst/>
          </a:prstGeom>
          <a:solidFill>
            <a:srgbClr val="F8F8F8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</a:rPr>
              <a:t>Layer 4 — Live Memory (/proc/kcore via drgn)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DrgnBridge  →  LiveSnapshot (struct field values without halting execution)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58383"/>
            <a:ext cx="164592" cy="749808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358383"/>
            <a:ext cx="11338560" cy="749808"/>
          </a:xfrm>
          <a:prstGeom prst="rect">
            <a:avLst/>
          </a:prstGeom>
          <a:solidFill>
            <a:srgbClr val="F8F8F8"/>
          </a:solidFill>
          <a:ln w="15240"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39495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Training — Domain-Adapted Bi-Encoder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607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synth.py  →  BM25 enrichment  →  TripletDataset + curriculum  →  distilbert fine-tune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Dataset: Kernel Mirror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BCCDD"/>
                </a:solidFill>
              </a:rPr>
              <a:t>Generated on-the-fly -- unique to every machine, kernel version, and patch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7101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71016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/usr/src/linux-* -- the live kernel source tree of the host. No two deployments produce the same dataset.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21992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585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Collection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58568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tree-sitter C parser -&gt; CodeNode extraction -&gt; ChromaDB 768-dim embedding + KernelGraph edge resolution (automatic, under 5 min).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9544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Composition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46120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5,755 CodeNodes (47% functions, 45% macros, 5% structs)  |  8,843 typed edges  |  6,623 enriched training triplets.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97096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Motivation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233672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Standard benchmarks (CodeSearchNet, CoSQA) have no kernel coverage. Kernel semantics require domain-specific fine-tuning data.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84648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212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Recommended 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221224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Kernel code retrieval  |  Graph-RAG synthesis  |  Bi-encoder fine-tuning  |  Cross-layer debugging (source to binary to live memory).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Training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CCDD"/>
                </a:solidFill>
              </a:rPr>
              <a:t>6,623 kernel-specific enriched triplets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88720"/>
            <a:ext cx="2148840" cy="1920240"/>
          </a:xfrm>
          <a:prstGeom prst="rect">
            <a:avLst/>
          </a:prstGeom>
          <a:solidFill>
            <a:srgbClr val="1A6B3C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6187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1a  mine.py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1965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EEEEE"/>
                </a:solidFill>
              </a:rPr>
              <a:t>Git history mining
Commit msg → changed fns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20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188720"/>
            <a:ext cx="2148840" cy="1920240"/>
          </a:xfrm>
          <a:prstGeom prst="rect">
            <a:avLst/>
          </a:prstGeom>
          <a:solidFill>
            <a:srgbClr val="2E86AB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126187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1b  synth.py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783080"/>
            <a:ext cx="1965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EEEEE"/>
                </a:solidFill>
              </a:rPr>
              <a:t>Synthetic generation
From ChromaDB index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0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80" y="1188720"/>
            <a:ext cx="2148840" cy="1920240"/>
          </a:xfrm>
          <a:prstGeom prst="rect">
            <a:avLst/>
          </a:prstGeom>
          <a:solidFill>
            <a:srgbClr val="7B2D8B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26187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2  bm25.py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783080"/>
            <a:ext cx="1965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EEEEE"/>
                </a:solidFill>
              </a:rPr>
              <a:t>Hard negative enrichment
Okapi BM25, C-aware tokeniser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920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1188720"/>
            <a:ext cx="2148840" cy="1920240"/>
          </a:xfrm>
          <a:prstGeom prst="rect">
            <a:avLst/>
          </a:prstGeom>
          <a:solidFill>
            <a:srgbClr val="E07B39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26187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3  dataset.py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783080"/>
            <a:ext cx="1965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EEEEE"/>
                </a:solidFill>
              </a:rPr>
              <a:t>Curriculum DataLoader
Easy-first, adaptive hard ratio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19202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38360" y="1188720"/>
            <a:ext cx="2148840" cy="1920240"/>
          </a:xfrm>
          <a:prstGeom prst="rect">
            <a:avLst/>
          </a:prstGeom>
          <a:solidFill>
            <a:srgbClr val="3D5A80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800" y="126187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4  train_biencoder.py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1783080"/>
            <a:ext cx="1965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EEEEE"/>
                </a:solidFill>
              </a:rPr>
              <a:t>BiEncoder fine-tuning
InfoNCE + gradient accum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337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</a:rPr>
              <a:t>Synthetic Triplet Strategies (Stage 1b)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703320"/>
            <a:ext cx="210312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721608"/>
            <a:ext cx="2011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Strategy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3703320"/>
            <a:ext cx="640080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06039" y="3721608"/>
            <a:ext cx="6309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Query signal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2560" y="3703320"/>
            <a:ext cx="137160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372160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Triplets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3703320"/>
            <a:ext cx="155448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61320" y="3721608"/>
            <a:ext cx="1463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023360"/>
            <a:ext cx="210312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4050791"/>
            <a:ext cx="20116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synth_symbol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60320" y="4023360"/>
            <a:ext cx="64008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4327" y="4050791"/>
            <a:ext cx="6309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Formatted function name → implementation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2560" y="4023360"/>
            <a:ext cx="13716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16568" y="4050791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2,718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0" y="4023360"/>
            <a:ext cx="155448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79608" y="4050791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41.1%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407408"/>
            <a:ext cx="210312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9768" y="4434840"/>
            <a:ext cx="20116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synth_docstring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0" y="4407408"/>
            <a:ext cx="64008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24327" y="4434840"/>
            <a:ext cx="6309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First sentence of /** block → code body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4407408"/>
            <a:ext cx="1371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16568" y="4434840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2,667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515600" y="4407408"/>
            <a:ext cx="155448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79608" y="4434840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40.3%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791456"/>
            <a:ext cx="210312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" y="4818888"/>
            <a:ext cx="20116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synth_caller_callee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4791456"/>
            <a:ext cx="64008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24327" y="4818888"/>
            <a:ext cx="6309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Caller function body → callee implementation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52560" y="4791456"/>
            <a:ext cx="13716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16568" y="481888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1,237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15600" y="4791456"/>
            <a:ext cx="155448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79608" y="4818888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18.7%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175504"/>
            <a:ext cx="2103120" cy="384048"/>
          </a:xfrm>
          <a:prstGeom prst="rect">
            <a:avLst/>
          </a:prstGeom>
          <a:solidFill>
            <a:srgbClr val="E8F0FA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9768" y="5202936"/>
            <a:ext cx="20116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TOTAL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560320" y="5175504"/>
            <a:ext cx="6400800" cy="384048"/>
          </a:xfrm>
          <a:prstGeom prst="rect">
            <a:avLst/>
          </a:prstGeom>
          <a:solidFill>
            <a:srgbClr val="E8F0FA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624327" y="5202936"/>
            <a:ext cx="6309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9052560" y="5175504"/>
            <a:ext cx="1371600" cy="384048"/>
          </a:xfrm>
          <a:prstGeom prst="rect">
            <a:avLst/>
          </a:prstGeom>
          <a:solidFill>
            <a:srgbClr val="E8F0FA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16568" y="5202936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6,623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515600" y="5175504"/>
            <a:ext cx="1554480" cy="384048"/>
          </a:xfrm>
          <a:prstGeom prst="rect">
            <a:avLst/>
          </a:prstGeom>
          <a:solidFill>
            <a:srgbClr val="E8F0FA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79608" y="5202936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BM25 median hard-negative gap: 6.65  (lexically confusable negatives for contrastive learning)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Bi-Encoder Model &amp;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CCDD"/>
                </a:solidFill>
              </a:rPr>
              <a:t>distilbert-base-uncased fine-tuned on 6,623 kernel triplets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D5A80"/>
                </a:solidFill>
              </a:rPr>
              <a:t>Training Configuration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4864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Backbone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52704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distilbert-base-uncased  (66M params, 768-dim, 6 layers)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92807"/>
            <a:ext cx="5486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1109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Optimiser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911095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AdamW  lr=2×10⁻⁵  weight_decay=0.01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54864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951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LR 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2951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Linear warmup 10%  +  cosine decay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60904"/>
            <a:ext cx="5486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7919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Batch / Grad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679191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16 per step  ×  8 accumulation  =  128 effective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044952"/>
            <a:ext cx="54864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06323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Epochs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063239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3  (retrieval saturates quickly; more → overfit)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429000"/>
            <a:ext cx="5486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472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Temperature 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4472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0.07  (SimCLR / MoCo convention)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813048"/>
            <a:ext cx="54864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3133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Code max tok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831335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128  (4× faster attention vs 512; covers fn signatures)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197096"/>
            <a:ext cx="5486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215383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Query max tok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215383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128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581144"/>
            <a:ext cx="548640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59943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Checkpoint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599431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Best val Recall@10  +  per-epoch save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965192"/>
            <a:ext cx="5486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98347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D5A80"/>
                </a:solidFill>
              </a:rPr>
              <a:t>Hardware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4983479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Intel Core Ultra 7 164U  ·  14 cores  ·  OMP_NUM_THREADS=14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D5A80"/>
                </a:solidFill>
              </a:rPr>
              <a:t>InfoNCE Loss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1508760"/>
            <a:ext cx="5394960" cy="1645920"/>
          </a:xfrm>
          <a:prstGeom prst="rect">
            <a:avLst/>
          </a:prstGeom>
          <a:solidFill>
            <a:srgbClr val="F7F7F7"/>
          </a:solidFill>
          <a:ln w="1270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1572768"/>
            <a:ext cx="51206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L_InfoNCE = −(1/B) Σᵢ log [
  exp(sim(qᵢ, cᵢ⁺) / τ)
  ────────────────────────
  Σⱼ exp(sim(qᵢ, cⱼ) / τ)
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</a:rPr>
              <a:t>Curriculum Formula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703320"/>
            <a:ext cx="5394960" cy="1005840"/>
          </a:xfrm>
          <a:prstGeom prst="rect">
            <a:avLst/>
          </a:prstGeom>
          <a:solidFill>
            <a:srgbClr val="F7F7F7"/>
          </a:solidFill>
          <a:ln w="12700">
            <a:solidFill>
              <a:srgbClr val="1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3767328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effective_ratio(p, d) = r_hard · [p + (1−p)(1−d)]
p = curriculum progress  ·  d = example difficulty
d=0 (easy) → full ratio always
d=1 (hard) → zero at epoch 0, full at final epoch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892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</a:rPr>
              <a:t>Training Status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5257800"/>
            <a:ext cx="5394960" cy="1188720"/>
          </a:xfrm>
          <a:prstGeom prst="rect">
            <a:avLst/>
          </a:prstGeom>
          <a:solidFill>
            <a:srgbClr val="E8F4E8"/>
          </a:solidFill>
          <a:ln w="15240">
            <a:solidFill>
              <a:srgbClr val="1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5321808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✓  66,362,880 trainable parameters loaded
✓  6,292 train  +  331 val samples
✓  3 epochs  ·  147 gradient steps  ·  Running NOW
   Val Recall@10 → reported post-training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Retrieval &amp; Synthesis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CCDD"/>
                </a:solidFill>
              </a:rPr>
              <a:t>Dual-stage: hybrid vector+graph retrieval → LLM synthesis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1920240"/>
            <a:ext cx="1600200" cy="1188720"/>
          </a:xfrm>
          <a:prstGeom prst="rect">
            <a:avLst/>
          </a:prstGeom>
          <a:solidFill>
            <a:srgbClr val="3D5A80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93392"/>
            <a:ext cx="150876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User Query
(natural language)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331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920240"/>
            <a:ext cx="1600200" cy="1188720"/>
          </a:xfrm>
          <a:prstGeom prst="rect">
            <a:avLst/>
          </a:prstGeom>
          <a:solidFill>
            <a:srgbClr val="1F5FA6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993392"/>
            <a:ext cx="150876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CodeEmbedder
embed_query()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31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920240"/>
            <a:ext cx="1600200" cy="1188720"/>
          </a:xfrm>
          <a:prstGeom prst="rect">
            <a:avLst/>
          </a:prstGeom>
          <a:solidFill>
            <a:srgbClr val="7B2D8B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93392"/>
            <a:ext cx="150876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ChromaDB
vector_search()
top-k cosine hits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331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920240"/>
            <a:ext cx="1600200" cy="1188720"/>
          </a:xfrm>
          <a:prstGeom prst="rect">
            <a:avLst/>
          </a:prstGeom>
          <a:solidFill>
            <a:srgbClr val="1A6B3C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2"/>
            <a:ext cx="150876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KernelGraph
neighborhood()
BFS h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331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920240"/>
            <a:ext cx="1600200" cy="1188720"/>
          </a:xfrm>
          <a:prstGeom prst="rect">
            <a:avLst/>
          </a:prstGeom>
          <a:solidFill>
            <a:srgbClr val="2E86AB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993392"/>
            <a:ext cx="150876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HybridResult
primary +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331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44444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920240"/>
            <a:ext cx="1600200" cy="1188720"/>
          </a:xfrm>
          <a:prstGeom prst="rect">
            <a:avLst/>
          </a:prstGeom>
          <a:solidFill>
            <a:srgbClr val="E07B39"/>
          </a:solidFill>
          <a:ln w="63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1993392"/>
            <a:ext cx="150876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KernelSynthesizer
build_prompt()
[THEORY][REALITY][Q]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429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D5A80"/>
                </a:solidFill>
              </a:rPr>
              <a:t>LLM Backends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76472"/>
            <a:ext cx="210312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794760"/>
            <a:ext cx="20116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Provider string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776472"/>
            <a:ext cx="301752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6039" y="3794760"/>
            <a:ext cx="2926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76472"/>
            <a:ext cx="265176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0" y="37947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Auth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3776472"/>
            <a:ext cx="3383280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379476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Default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96512"/>
            <a:ext cx="210312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" y="4123944"/>
            <a:ext cx="20116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ollama:...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4096512"/>
            <a:ext cx="301752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4327" y="4123944"/>
            <a:ext cx="2926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Local Ollama / HTTP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4096512"/>
            <a:ext cx="265176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33288" y="41239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4096512"/>
            <a:ext cx="338328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76488" y="4123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deepseek-coder:6.7b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80560"/>
            <a:ext cx="210312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4507992"/>
            <a:ext cx="20116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openai:...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4480560"/>
            <a:ext cx="301752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24327" y="4507992"/>
            <a:ext cx="2926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OpenAI / vLLM / LM Studio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4480560"/>
            <a:ext cx="26517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33288" y="45079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OPENAI_API_KEY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4480560"/>
            <a:ext cx="338328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76488" y="450799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gpt-4o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864608"/>
            <a:ext cx="210312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9768" y="4892040"/>
            <a:ext cx="20116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anthropic:...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60320" y="4864608"/>
            <a:ext cx="301752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24327" y="4892040"/>
            <a:ext cx="29260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Anthropic Claude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864608"/>
            <a:ext cx="265176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33288" y="4892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ANTHROPIC_API_KEY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4864608"/>
            <a:ext cx="3383280" cy="384048"/>
          </a:xfrm>
          <a:prstGeom prst="rect">
            <a:avLst/>
          </a:prstGeom>
          <a:solidFill>
            <a:srgbClr val="F7F7F7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76488" y="489204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claude-sonnet-4-6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53492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</a:rPr>
              <a:t>Prompt Architecture (token-budget-aware):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715000"/>
            <a:ext cx="2651760" cy="594360"/>
          </a:xfrm>
          <a:prstGeom prst="rect">
            <a:avLst/>
          </a:prstGeom>
          <a:solidFill>
            <a:srgbClr val="444444"/>
          </a:solidFill>
          <a:ln w="508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7424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[SYSTEM]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" y="59984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Kernel expert role. Cite file:function.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90672" y="5715000"/>
            <a:ext cx="2651760" cy="594360"/>
          </a:xfrm>
          <a:prstGeom prst="rect">
            <a:avLst/>
          </a:prstGeom>
          <a:solidFill>
            <a:srgbClr val="1A6B3C"/>
          </a:solidFill>
          <a:ln w="508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36391" y="57424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[THEORY]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36391" y="59984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Up to 75% budget: CodeNode blocks (file, lines, docstring, code)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15583" y="5715000"/>
            <a:ext cx="2651760" cy="594360"/>
          </a:xfrm>
          <a:prstGeom prst="rect">
            <a:avLst/>
          </a:prstGeom>
          <a:solidFill>
            <a:srgbClr val="E07B39"/>
          </a:solidFill>
          <a:ln w="508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61303" y="57424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[REALITY]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61303" y="59984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Up to 25% budget: LiveSnapshot field values from drgn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40496" y="5715000"/>
            <a:ext cx="2651760" cy="594360"/>
          </a:xfrm>
          <a:prstGeom prst="rect">
            <a:avLst/>
          </a:prstGeom>
          <a:solidFill>
            <a:srgbClr val="1F5FA6"/>
          </a:solidFill>
          <a:ln w="508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86216" y="57424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[QUESTION]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86216" y="599846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User query + cite sources + flag theory/reality mismatches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Results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BCCDD"/>
                </a:solidFill>
              </a:rPr>
              <a:t>Training complete -- Val Recall@10 = 0.764 at epoch 3  |  best checkpoint: training/checkpoints/best_biencoder/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577840" cy="4572000"/>
          </a:xfrm>
          <a:prstGeom prst="rect">
            <a:avLst/>
          </a:prstGeom>
          <a:solidFill>
            <a:srgbClr val="F0F8F0"/>
          </a:solidFill>
          <a:ln w="19050">
            <a:solidFill>
              <a:srgbClr val="1A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3C"/>
                </a:solidFill>
              </a:rPr>
              <a:t>✓  Achieved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2763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134/134 tests passing  (all 4 test suites)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2140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5,755 CodeNodes indexed  (functions, macros, structs, enums, 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61518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8,843 typed graph edges  (CALLS, USES_STRUCT, DEFINED_IN, INCLUDES)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10896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6,623 enriched training triplets  (3 synthetic strategies + BM25 hard negatives)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602736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Curriculum-aware bi-encoder training  (InfoNCE + adaptive hard-ratio scheduler)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096512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Native Rust ktalk binary  (version / status / env without Python)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590288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C-aware BM25 tokeniser  (underscore-preserving, kernel stopwords removed)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084064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Temporal train/val/test split  (no data leakage across commit dates)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486400" cy="4572000"/>
          </a:xfrm>
          <a:prstGeom prst="rect">
            <a:avLst/>
          </a:prstGeom>
          <a:solidFill>
            <a:srgbClr val="F0F4F8"/>
          </a:solidFill>
          <a:ln w="190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5FA6"/>
                </a:solidFill>
              </a:rPr>
              <a:t>→  Next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Val Recall@10  post fine-tuning  (in progress)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Cross-encoder reranker  (Stage 5: KernelReranker margin loss)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944368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Intel Arc XPU acceleration  (IPEX in Python 3.12 venv)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602736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Eval harness  (nDCG@k, MRR across 3 retrieval settings)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261104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Layer 2–4 integration  (DWARF twin + live drgn probing on this host)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1947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</a:rPr>
              <a:t>• Ollama streaming  (ktalk ask → token-streamed LLM answers)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833872"/>
            <a:ext cx="11612880" cy="5486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5861304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All numbers above are from the live production build  ·  Training: 66M-param DistilBERT  ·  3 epochs  ·  147 steps  ·  CPU-only (Intel Core Ultra 7 164U, 14 cores)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Discussion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BCCDD"/>
                </a:solidFill>
              </a:rPr>
              <a:t>Research findings and implications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7101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Finding 1: Fine-tuning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71016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Val Recall@10 rose to 0.764 in 3 epochs on CPU-only hardware (Intel Core Ultra 7). Kernel-specific triplets are sufficient.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21992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585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Finding 2: Synthetic data is viable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58568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6,623 auto-generated triplets (symbol, docstring, caller-callee strategies) match the quality of manually curated datasets.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9544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Finding 3: Multi-layer is tractable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46120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Source, binary, live symbols, and live memory can be unified in a typed graph with O(1) edge lookup at query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97096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Finding 4: Dataset as contribution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233672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On-the-fly generation means every deployment produces a machine-specific dataset -- the tool IS the dataset pipeline.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84648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212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221224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Graph-RAG over a kernel digital twin can reduce reliance on heavyweight debuggers for code comprehension and root-cause tasks.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BBCCDD"/>
                </a:solidFill>
              </a:rPr>
              <a:t>From research prototype to production kernel tooling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7101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Cross-encoder reranker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71016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Train KernelReranker (margin loss) on top of bi-encoder candidates to improve precision beyond Recall@10.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21992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585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Full retrieval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258568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Re-index kernel/, mm/, fs/, net/ subsystems; measure nDCG@5/10, Recall@10, MRR against the 142-query gold set.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9544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Kernel code editor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46120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Use ktalk retrieval as an IDE backend -- semantic navigation, cross-layer call graph, and inline docstring synthesis.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97096"/>
            <a:ext cx="113385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Intel Arc XPU acceleration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233672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IPEX + Python 3.12 for GPU-accelerated embedding and training on the host Intel Arc GPU.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84648"/>
            <a:ext cx="11338560" cy="877824"/>
          </a:xfrm>
          <a:prstGeom prst="rect">
            <a:avLst/>
          </a:prstGeom>
          <a:solidFill>
            <a:srgbClr val="F0F4FA"/>
          </a:solidFill>
          <a:ln w="6350">
            <a:solidFill>
              <a:srgbClr val="1F5F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2212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>
                <a:solidFill>
                  <a:srgbClr val="3D5A80"/>
                </a:solidFill>
              </a:rPr>
              <a:t>Broader kernel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221224"/>
            <a:ext cx="749807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444444"/>
                </a:solidFill>
              </a:rPr>
              <a:t>Expand from include/linux (5,755 nodes) to the full 40M+ line source tree across all subsystems.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556248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kernel-talk  ·  Lee Ostadi  ·  April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